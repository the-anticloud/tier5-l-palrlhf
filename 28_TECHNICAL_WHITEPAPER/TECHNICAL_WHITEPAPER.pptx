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Palrlhf</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L_PALRLHF</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L_PALRLHF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L_PALRLHF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L_PALRLHF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L_PALRLHF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L_PALRLHF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L_PALRLHF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