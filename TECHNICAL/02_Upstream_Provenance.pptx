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L_PALRLHF</a:t>
            </a:r>
          </a:p>
          <a:p>
            <a:r>
              <a:t>Tier: TIER_5_WORLD_NEURO_EMBODIED</a:t>
            </a:r>
          </a:p>
          <a:p>
            <a:r>
              <a:t>Identity: Upstream huggingface/trl @ 48f7f0f0a3dc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huggingface/trl |</a:t>
            </a:r>
          </a:p>
          <a:p>
            <a:r>
              <a:t>| Commit | 48f7f0f0a3dc09deb6b8725e1573c793628b37d4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8.8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L_PALRLHF is vendored under Apache-2.0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